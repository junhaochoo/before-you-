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Before You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Understand what you're signing — before you sign.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83F6D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6B7A8C"/>
                </a:solidFill>
              </a:defRPr>
            </a:pPr>
            <a:r>
              <a:t>76% of Singaporeans lack confidence about financial products.</a:t>
            </a:r>
            <a:br/>
            <a:r>
              <a:t>ILP fees eat ~36% of S$100k over 20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83F6D"/>
                </a:solidFill>
              </a:defRPr>
            </a:pPr>
            <a:r>
              <a:t>Upload your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6B7A8C"/>
                </a:solidFill>
              </a:defRPr>
            </a:pPr>
            <a:r>
              <a:t>Drop a PDF or paste text. We never share your data.</a:t>
            </a:r>
          </a:p>
        </p:txBody>
      </p:sp>
      <p:pic>
        <p:nvPicPr>
          <p:cNvPr id="5" name="Picture 4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5486400" cy="61477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83F6D"/>
                </a:solidFill>
              </a:defRPr>
            </a:pPr>
            <a:r>
              <a:t>See what's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6B7A8C"/>
                </a:solidFill>
              </a:defRPr>
            </a:pPr>
            <a:r>
              <a:t>We decode the fees, the terms, and the fine 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Make informed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Your first report is free. No credit card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